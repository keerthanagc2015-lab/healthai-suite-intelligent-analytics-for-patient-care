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087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ptos Display"/>
              </a:defRPr>
            </a:pPr>
            <a:r>
              <a:t>HealthAI</a:t>
            </a:r>
          </a:p>
          <a:p>
            <a:pPr>
              <a:defRPr sz="3000">
                <a:solidFill>
                  <a:srgbClr val="BEEBEB"/>
                </a:solidFill>
              </a:defRPr>
            </a:pPr>
            <a:r>
              <a:t>Intelligent Healthcare AI Platform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t>End-to-End Healthcare Artificial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Keerthana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The Idea Behind HealthAI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End-to-end healthcare Artificial Intelligence platform.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Healthcare involves structured patient data, medical images, clinical text, patient feedback and medical knowledge.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Different data types require specialized models and techniques.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HealthAI integrates these capabilities through one common architecture.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Focus: modular integration, evidence grounding, safety and multilingual patient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Healthcare requires different Artificial Intelligence tasks for different data types.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Structured data → risk prediction and Length of Stay.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Medical images → Deep Learning.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Clinical text → Natural Language Processing.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Medical questions → reliable, evidence-based knowledge.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Goal: integrate these capabilities instead of maintaining disconnected models or notebooks.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HealthAI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Classification: diabetes risk and primary diagnosis.</a:t>
            </a:r>
          </a:p>
          <a:p>
            <a:pPr>
              <a:spcAft>
                <a:spcPts val="13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Regression: hospital Length of Stay.</a:t>
            </a:r>
          </a:p>
          <a:p>
            <a:pPr>
              <a:spcAft>
                <a:spcPts val="13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Unsupervised learning: patient clustering.</a:t>
            </a:r>
          </a:p>
          <a:p>
            <a:pPr>
              <a:spcAft>
                <a:spcPts val="13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Association analysis: Apriori association rules.</a:t>
            </a:r>
          </a:p>
          <a:p>
            <a:pPr>
              <a:spcAft>
                <a:spcPts val="13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Deep Learning: Artificial Neural Network, Convolutional Neural Network, Recurrent Neural Network and Long Short-Term Memory.</a:t>
            </a:r>
          </a:p>
          <a:p>
            <a:pPr>
              <a:spcAft>
                <a:spcPts val="13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Medical Natural Language Processing: BioBERT Named Entity Recognition and sentiment analysis.</a:t>
            </a:r>
          </a:p>
          <a:p>
            <a:pPr>
              <a:spcAft>
                <a:spcPts val="13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Retrieval-Augmented Generation, agentic routing, medical translation, FastAPI and Streamlit.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User → Streamlit → FastAPI → Agent Router / Executor.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Router selects the appropriate specialized Artificial Intelligence tool.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Tool → model or knowledge layer → structured response.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Response → FastAPI → Streamlit → user.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Model-specific adapters separate implementation from orchestration.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Key principle: separation of concerns and stable Application Programming Interface contracts.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Model Selection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Diabetes risk — Random Forest: Accuracy 92.76%, F1 87.28%, Receiver Operating Characteristic Area Under the Curve 96.62%.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Length of Stay — XGBoost: Mean Absolute Error 0.3201, Root Mean Squared Error 0.4329, R-squared 0.9659.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Clustering — K-means: K=2, Silhouette Score 0.1544.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Association mining — 61 final rules after filtering.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Primary diagnosis — Random Forest + Synthetic Minority Over-sampling Technique + feature engineering.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Convolutional Neural Network — chest X-ray classification: 99.17% recorded evaluation accuracy.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Recurrent Neural Network — deterioration prediction: F1 0.427, Receiver Operating Characteristic Area Under the Curve 0.8199.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Long Short-Term Memory — deterioration prediction: F1 0.401, Receiver Operating Characteristic Area Under the Curve 0.7936.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Artificial Neural Network / Multi-Layer Perceptron — nonlinear regression capability.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Model choice is based on data type and problem characteristics.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Medical Natural Language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BioBERT = biomedical adaptation of Bidirectional Encoder Representations from Transformers.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Used for medical Named Entity Recognition.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Recorded BioBERT result: Entity F1 0.4337; token accuracy 0.7816.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Sentiment analysis: Term Frequency–Inverse Document Frequency + Logistic Regression.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DistilBERT workflow also included.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Sentiment evaluation has limited unique feedback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Medical Information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Uses Retrieval-Augmented Generation rather than unrestricted medical generation.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Knowledge base: curated World Health Organization and MedlinePlus sources.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55 vectors in a 384-dimensional embedding space.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Flow: question → embedding → retrieval → reranking → safety check → answer / abstention.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Similarity threshold: 0.25.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Supporting sources are displayed for transparency.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Agentic layer provides routing and orchestration.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Natural-language request → router → registered specialized tool → executor / adapter.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Different requests can reach diabetes, X-ray, Retrieval-Augmented Generation or other specialized services.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Recorded routing accuracy: 100%.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Recorded execution success: 90% across 10 integration scenarios.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One X-ray execution error occurred after correct routing.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Multilingual Patient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Patient experience supports English, Hindi and Tamil.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English → Hindi free-form translation uses Helsinki-NLP opus-mt-en-hi.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It is a pretrained Transformer-based Neural Machine Translation model, not a Large Language Model.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Tamil uses application translation resources and language handling.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Language handling is separated from the underlying Artificial Intelligence services.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Streamlit —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Home → Doctor Portal → Patient Portal → HealthAI Assistant.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Doctor Portal: X-ray, Length of Stay and disease-risk workflows.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Patient Portal: health-risk information and assistant.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Assistant: evidence-grounded medical information with supporting sources.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Multilingual interface improves patient accessibility.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FastAPI — Service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FastAPI connects the user interface to Artificial Intelligence services.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Swagger / OpenAPI exposes the service endpoints.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GET /health confirms service availability.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Prediction endpoints use structured request and response contracts.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Examples: /predict/diabetes, /predict/los, /predict/rag, /predict/xray.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Streamlit = presentation layer; FastAPI = service layer.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Engineering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Modular project structure with model-specific adapters.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API testing in test/test_api.py.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Continuous Integration through GitHub Actions.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MLflow for experiment tracking; 8 successful runs documented.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SHAP — SHapley Additive exPlanations — for feature contribution explainability.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Dockerfile and Docker Compose support multi-service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Responsible Use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Portfolio and educational system; not clinically validated.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Uses public, synthetic or educational resources; no real patient-identifiable data is claimed.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Reported metrics do not establish real-world clinical performance.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Medical assistant is limited by curated knowledge coverage.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Clustering results should not automatically be interpreted as medically meaningful groups.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Clinical deployment would require validation, governance, security, access control, audit logging and clinical oversight.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Strengthen data provenance and dataset governance.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Add formal model cards and broader evaluation.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Expand free-form multilingual translation.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Expand and continuously evaluate the Retrieval-Augmented Generation knowledge base.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Improve security, authentication, access control and auditability.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Add independent clinical validation and human clinical review before real-world deployment.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C4A"/>
                </a:solidFill>
                <a:latin typeface="Aptos Display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6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HealthAI integrates specialized Machine Learning, Deep Learning, Natural Language Processing and Generative Artificial Intelligence.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Common architecture: Streamlit + FastAPI + model adapters + agentic routing.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Medical assistant: Retrieval-Augmented Generation + retrieval + reranking + abstention + sources.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Engineering focus: modular integration, evidence grounding, safety, multilingual interaction, testing and deployment.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HealthAI is currently an educational prototype, not a clinically validated system.</a:t>
            </a:r>
          </a:p>
          <a:p>
            <a:pPr>
              <a:spcAft>
                <a:spcPts val="13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Thank you. I am happy to answer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